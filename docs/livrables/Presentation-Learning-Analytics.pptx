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Learning Analytics of Educational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77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Équipe 1 — Cloud Computing I — SIGLIS M1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Bastien Bruey · Edouard Clemenceau · Titoan Lalanne · Jiale Li · Yoan Minbielle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Présentation d’avancement — PoC Docker TERMINÉE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Message d’avancement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Minimum demandé : problème + idée + début Docker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Notre avancement : la PoC complète fonctionne déjà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Aujourd’hui : on montre le résultat technique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Suite : polish rapport / soutenance finale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1/11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Traces d’apprentissage dispersées (LMS, quiz, vidéos…)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Décrochage détecté trop tard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Enseignants peu outillés pour agir avec la donnée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2/11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Solution proposée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Service SaaS de Learning Analytics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Collecte standard xAPI → entrepôt → analytics / ML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Dashboard : risque + remédiations pour l’enseignant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Déploiement private cloud EVA (UPPA)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3/11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Positionnement cloud (NIST)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Service model : SaaS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Deployment : Private cloud EVA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VM : m1-siglis-cc-03 — 10.3.16.179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Consumer = enseignant · Provider = équipe / UPPA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4/11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xapi-generator → lrs-api → postgres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analytics-worker (engagement + risque ML)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analytics-api → dashboard enseignants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Optionnel : Grafana / Portainer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5/11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Réutilisé vs développé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Réutilisé : PostgreSQL, nginx, Grafana, Portainer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Développé : LRS xAPI, générateur, worker ML, API, dashboard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Conforme à la consigne : ni from scratch, ni collage d’images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6/11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Ce qui tourne aujourd’hui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Stack Compose multi-conteneurs opérationnelle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~2000–3000+ statements xAPI · 25 apprenants simulés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Dashboard : KPIs, risque, remédiations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Smoke test automatisé : PASSED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Hub Docker : images poussées (edouardclemenceau/...)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7/11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Dashboard : http://localhost:8300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API : http://localhost:8210/api/overview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EVA (VPN) : http://10.3.16.179:8300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→ Montrer les apprenants à risque + remédiations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8/11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Ops &amp; contraintes EVA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1 vCPU / 2 Go RAM → stack allégée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Proxy UPPA + NO_PROXY inter-services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restart: on-failure:3 (pas de boucle illimitée)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OpenVPN obligatoire pour accéder à la 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9/11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✓ Problème, solution, Docker PoC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✓ Démo locale + EVA documentée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→ Soutenance finale : BMC, ArchiMate, cookbook, slides finales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Perspectives : LMS réel, RGPD, Swarm/K8s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10/11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Merci — 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GitHub : github.com/galaxie44/learning-analytics-educational-processes</a:t>
            </a:r>
          </a:p>
          <a:p>
            <a:pPr>
              <a:spcAft>
                <a:spcPts val="10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Équipe 1 · Learning Analytics · Cloud Computing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Équipe 1 · Avancement · PoC terminée  |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