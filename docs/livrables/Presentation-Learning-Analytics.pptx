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Learning Analytics of Educational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235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Équipe 1 — Cloud Computing I — SIGLIS M1 UPPA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Bastien Bruey · Edouard Clemenceau · Titoan Lalanne · Jiale Li · Yoan Minbielle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Service UNITA / GEMINAE · SaaS · Private cloud EVA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Traces d’apprentissage dispersées (LMS, quiz, vidéos)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Décrochage souvent détecté trop tard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Peu d’actions guidées par la donnée pour les enseignants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1/14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Objectif du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1. Collecter (xAPI / LRS)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2. Analyser (KPIs + machine learning)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3. Recommander (remédiations)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4. Communiquer (dashboard + API)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2/14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Acteurs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Enseignant → vue risque + actions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Coordinateur → vue cohorte / cours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Apprenant → parcours adapté (indirect)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Provider UPPA/EVA → hébergement sécurisé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3/14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Positionnement cloud (NIST)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Service model : SaaS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Deployment : Private cloud EVA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VM : m1-siglis-cc-03 — 10.3.16.179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Accès : VPN + SSH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4/14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xapi-generator → lrs-api → postgres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analytics-worker → tables analytics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analytics-api → dashboard (nginx)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Optionnel : Grafana / Portainer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5/14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Réutilisé vs développé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Réutilisé : PostgreSQL, nginx, Grafana, Portainer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Développé : LRS xAPI, générateur, worker ML, API BI, dashboard, tests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Consigne : ni from scratch, ni collage d’images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6/14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xAPI en bref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Standard JSON : qui a fait quoi, quand, sur quoi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LRS = entrepôt normé de statements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Interopérabilité entre outils éducatifs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7/14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Analytics &amp;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Engagement : activité + scores quiz simulés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Risque : Isolation Forest + score d’engagement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Remédiation : conseils actionnables par niveau de risque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8/14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API &amp;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GET /api/overview — KPIs globaux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GET /api/learners — tri par risque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GET /api/remediations — suggestions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Dashboard : http://localhost:8300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9/14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Résultats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~2300 statements xAPI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25 apprenants simulés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Apprenants at risk identifiés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Smoke test automatisé :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10/14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SLA &amp; sécurité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Tiers FREE / GOLD / PLATINUM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Healthchecks + restart policies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Auth Basic sur le LRS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Données synthétiques (confidentialité)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11/14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Contraintes EVA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1 vCPU / 2 Go RAM → stack allégée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Proxy UPPA + NO_PROXY inter-services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OpenVPN obligatoire pour la démo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12/14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Business Model Canvas (synthèse)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Valeur : détection précoce + remédiation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Clients : enseignants / établissements UNITA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Canal : dashboard + API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Revenus : freemium FREE / GOLD / PLATINUM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13/14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 &amp;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PoC Docker local + EVA opérationnel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Perspectives : LMS réel, RGPD, Swarm/K8s</a:t>
            </a:r>
          </a:p>
          <a:p>
            <a:pPr>
              <a:spcAft>
                <a:spcPts val="1000"/>
              </a:spcAft>
              <a:defRPr sz="2400">
                <a:solidFill>
                  <a:srgbClr val="1A1A1A"/>
                </a:solidFill>
                <a:latin typeface="Calibri"/>
              </a:defRPr>
            </a:pPr>
            <a:r>
              <a:t>Merci — questions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5568"/>
                </a:solidFill>
                <a:latin typeface="Calibri"/>
              </a:defRPr>
            </a:pPr>
            <a:r>
              <a:t>Équipe 1 · Learning Analytics · Cloud Computing I  |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